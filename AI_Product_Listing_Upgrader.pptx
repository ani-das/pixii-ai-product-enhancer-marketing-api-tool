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01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4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47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0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72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97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20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9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9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547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8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6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616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9EBE-8A42-82DF-95F7-5E61E257D7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Product Listing Upgrader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157D0-5BF7-B4F5-0F7F-B142563D4A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Aniesh 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71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Empower small sellers to create high-converting product content instantly using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Sellers lack good visuals, copywriting, and design skills</a:t>
            </a:r>
          </a:p>
          <a:p>
            <a:r>
              <a:t>High cost of content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tool that removes background, generates hooks, and creates ad-ready visuals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upload</a:t>
            </a:r>
          </a:p>
          <a:p>
            <a:r>
              <a:t>Background removal</a:t>
            </a:r>
          </a:p>
          <a:p>
            <a:r>
              <a:t>AI hook generation</a:t>
            </a:r>
          </a:p>
          <a:p>
            <a:r>
              <a:t>Style selection</a:t>
            </a:r>
          </a:p>
          <a:p>
            <a:r>
              <a:t>AI-generated backgrounds</a:t>
            </a:r>
          </a:p>
          <a:p>
            <a:r>
              <a:t>Download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e-commerce seller</a:t>
            </a:r>
          </a:p>
          <a:p>
            <a:r>
              <a:t>Limited budget</a:t>
            </a:r>
          </a:p>
          <a:p>
            <a:r>
              <a:t>Needs fast content</a:t>
            </a:r>
          </a:p>
          <a:p>
            <a:r>
              <a:t>Wants higher conversions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 a seller, I want to upload a product image and instantly get a premium listing so I can sell more</a:t>
            </a:r>
            <a:endParaRPr lang="en-US" dirty="0"/>
          </a:p>
          <a:p>
            <a:r>
              <a:rPr lang="en-US" dirty="0"/>
              <a:t>As a freelancer I want to get into product design and marketing but I don’t know how to start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SAM SOM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Global e-commerce sellers</a:t>
            </a:r>
          </a:p>
          <a:p>
            <a:r>
              <a:t>SAM: Small/medium sellers using online marketplaces</a:t>
            </a:r>
          </a:p>
          <a:p>
            <a:r>
              <a:t>SOM: Early adopters in D2C and Instagram 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Shopify, Amazon, Instagram sellers</a:t>
            </a:r>
          </a:p>
          <a:p>
            <a:r>
              <a:t>Focus on India + global SMBs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532" y="2521259"/>
            <a:ext cx="3266204" cy="36269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dirty="0"/>
              <a:t>Paste image URL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Click Upgrade 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</a:t>
            </a:r>
            <a:r>
              <a:rPr lang="en-IN" dirty="0"/>
              <a:t>Select style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dirty="0"/>
              <a:t>View results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 Generate AI version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/>
              <a:t>  Download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C17F64-B985-80C5-E515-3A86C2A278CA}"/>
              </a:ext>
            </a:extLst>
          </p:cNvPr>
          <p:cNvCxnSpPr/>
          <p:nvPr/>
        </p:nvCxnSpPr>
        <p:spPr>
          <a:xfrm>
            <a:off x="4572000" y="3000652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807F78-A964-E9B5-A5F9-25A4E3046F56}"/>
              </a:ext>
            </a:extLst>
          </p:cNvPr>
          <p:cNvCxnSpPr/>
          <p:nvPr/>
        </p:nvCxnSpPr>
        <p:spPr>
          <a:xfrm>
            <a:off x="4564602" y="3659079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4DA549-96F7-BCCC-D271-DE4E6A071E57}"/>
              </a:ext>
            </a:extLst>
          </p:cNvPr>
          <p:cNvCxnSpPr/>
          <p:nvPr/>
        </p:nvCxnSpPr>
        <p:spPr>
          <a:xfrm>
            <a:off x="4540928" y="4280516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77324D-AC5C-88DE-4F82-CEDB59EA877C}"/>
              </a:ext>
            </a:extLst>
          </p:cNvPr>
          <p:cNvCxnSpPr/>
          <p:nvPr/>
        </p:nvCxnSpPr>
        <p:spPr>
          <a:xfrm>
            <a:off x="4540928" y="4857565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C26138-9E9A-533C-9170-B6396F077C3C}"/>
              </a:ext>
            </a:extLst>
          </p:cNvPr>
          <p:cNvCxnSpPr/>
          <p:nvPr/>
        </p:nvCxnSpPr>
        <p:spPr>
          <a:xfrm>
            <a:off x="4540928" y="5434613"/>
            <a:ext cx="0" cy="284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Wireframe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4620253" cy="1602471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Single input box</a:t>
            </a:r>
          </a:p>
          <a:p>
            <a:r>
              <a:rPr dirty="0"/>
              <a:t>CTA button</a:t>
            </a:r>
          </a:p>
          <a:p>
            <a:r>
              <a:rPr dirty="0"/>
              <a:t>Result section with slider, styles, preview</a:t>
            </a:r>
          </a:p>
          <a:p>
            <a:r>
              <a:rPr dirty="0"/>
              <a:t>Download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819AB-F1BB-00F2-F79E-AC7A50DD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145" y="3870222"/>
            <a:ext cx="3559946" cy="22390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Short-term: Better personalization</a:t>
            </a:r>
          </a:p>
          <a:p>
            <a:r>
              <a:t>Mid-term: Marketplace integrations</a:t>
            </a:r>
          </a:p>
          <a:p>
            <a:r>
              <a:t>Long-term: Full AI ad generation suite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FAA5-14F8-7099-B2C1-0389BE86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513E-5DE7-13B4-7350-1E15DCBE8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AI-generated outputs even more personalized — based on product category or target audience.</a:t>
            </a:r>
          </a:p>
          <a:p>
            <a:r>
              <a:rPr lang="en-US" dirty="0"/>
              <a:t>Allow direct integrations with platforms like Shopify or Amazon.</a:t>
            </a:r>
          </a:p>
          <a:p>
            <a:r>
              <a:rPr lang="en-US" dirty="0"/>
              <a:t>Turn the styling system into actual rendered outputs instead of just visual previews — so users get production-ready creatives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471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258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AI Product Listing Upgrader</vt:lpstr>
      <vt:lpstr>Vision</vt:lpstr>
      <vt:lpstr>Problem</vt:lpstr>
      <vt:lpstr>Solution</vt:lpstr>
      <vt:lpstr>MVP Features</vt:lpstr>
      <vt:lpstr>User Persona</vt:lpstr>
      <vt:lpstr>User Story</vt:lpstr>
      <vt:lpstr>TAM SAM SOM</vt:lpstr>
      <vt:lpstr>Market Reach</vt:lpstr>
      <vt:lpstr>User Flow</vt:lpstr>
      <vt:lpstr>UI Wireframe</vt:lpstr>
      <vt:lpstr>Roadmap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aniesh das</cp:lastModifiedBy>
  <cp:revision>4</cp:revision>
  <dcterms:created xsi:type="dcterms:W3CDTF">2013-01-27T09:14:16Z</dcterms:created>
  <dcterms:modified xsi:type="dcterms:W3CDTF">2026-05-05T07:02:34Z</dcterms:modified>
  <cp:category/>
</cp:coreProperties>
</file>